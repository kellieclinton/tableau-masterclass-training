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3" r:id="rId6"/>
    <p:sldId id="268" r:id="rId7"/>
    <p:sldId id="282" r:id="rId8"/>
    <p:sldId id="260" r:id="rId9"/>
    <p:sldId id="271" r:id="rId10"/>
    <p:sldId id="272" r:id="rId11"/>
    <p:sldId id="270" r:id="rId12"/>
    <p:sldId id="281" r:id="rId13"/>
    <p:sldId id="276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A9AF7-7567-40B9-89AF-3C8327F99552}" v="206" dt="2026-10-24T22:52:49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2802" autoAdjust="0"/>
  </p:normalViewPr>
  <p:slideViewPr>
    <p:cSldViewPr snapToGrid="0">
      <p:cViewPr varScale="1">
        <p:scale>
          <a:sx n="64" d="100"/>
          <a:sy n="64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ie Clinton" userId="99409f891e2c9815" providerId="LiveId" clId="{B833032E-60FF-47A8-9FE2-78B855E6E810}"/>
    <pc:docChg chg="undo custSel addSld delSld modSld sldOrd">
      <pc:chgData name="Kellie Clinton" userId="99409f891e2c9815" providerId="LiveId" clId="{B833032E-60FF-47A8-9FE2-78B855E6E810}" dt="2026-10-24T22:52:53.073" v="3424" actId="20577"/>
      <pc:docMkLst>
        <pc:docMk/>
      </pc:docMkLst>
      <pc:sldChg chg="addSp delSp modSp mod setBg">
        <pc:chgData name="Kellie Clinton" userId="99409f891e2c9815" providerId="LiveId" clId="{B833032E-60FF-47A8-9FE2-78B855E6E810}" dt="2026-10-17T00:46:23.785" v="1776" actId="1076"/>
        <pc:sldMkLst>
          <pc:docMk/>
          <pc:sldMk cId="2860106716" sldId="256"/>
        </pc:sldMkLst>
        <pc:spChg chg="mod">
          <ac:chgData name="Kellie Clinton" userId="99409f891e2c9815" providerId="LiveId" clId="{B833032E-60FF-47A8-9FE2-78B855E6E810}" dt="2026-10-17T00:46:15.180" v="1773" actId="1076"/>
          <ac:spMkLst>
            <pc:docMk/>
            <pc:sldMk cId="2860106716" sldId="256"/>
            <ac:spMk id="2" creationId="{F5E93FE3-EA9B-3308-26FD-C8E3E4DBBA90}"/>
          </ac:spMkLst>
        </pc:spChg>
        <pc:spChg chg="mod">
          <ac:chgData name="Kellie Clinton" userId="99409f891e2c9815" providerId="LiveId" clId="{B833032E-60FF-47A8-9FE2-78B855E6E810}" dt="2026-10-17T00:46:11.345" v="1772" actId="1076"/>
          <ac:spMkLst>
            <pc:docMk/>
            <pc:sldMk cId="2860106716" sldId="256"/>
            <ac:spMk id="3" creationId="{00A5791B-6F7F-72A3-5BBC-D4229E81E574}"/>
          </ac:spMkLst>
        </pc:spChg>
        <pc:picChg chg="add mod">
          <ac:chgData name="Kellie Clinton" userId="99409f891e2c9815" providerId="LiveId" clId="{B833032E-60FF-47A8-9FE2-78B855E6E810}" dt="2026-10-17T00:46:23.785" v="1776" actId="1076"/>
          <ac:picMkLst>
            <pc:docMk/>
            <pc:sldMk cId="2860106716" sldId="256"/>
            <ac:picMk id="7" creationId="{93DF6E22-5E76-D558-3808-F5A535184982}"/>
          </ac:picMkLst>
        </pc:picChg>
      </pc:sldChg>
      <pc:sldChg chg="addSp delSp modSp mod">
        <pc:chgData name="Kellie Clinton" userId="99409f891e2c9815" providerId="LiveId" clId="{B833032E-60FF-47A8-9FE2-78B855E6E810}" dt="2026-10-17T19:25:22.378" v="2437" actId="1076"/>
        <pc:sldMkLst>
          <pc:docMk/>
          <pc:sldMk cId="1766330714" sldId="257"/>
        </pc:sldMkLst>
        <pc:spChg chg="mod">
          <ac:chgData name="Kellie Clinton" userId="99409f891e2c9815" providerId="LiveId" clId="{B833032E-60FF-47A8-9FE2-78B855E6E810}" dt="2026-10-17T19:15:07.272" v="2406" actId="20577"/>
          <ac:spMkLst>
            <pc:docMk/>
            <pc:sldMk cId="1766330714" sldId="257"/>
            <ac:spMk id="3" creationId="{2367F540-2933-AE5F-5196-B15DC982E650}"/>
          </ac:spMkLst>
        </pc:spChg>
        <pc:picChg chg="add mod">
          <ac:chgData name="Kellie Clinton" userId="99409f891e2c9815" providerId="LiveId" clId="{B833032E-60FF-47A8-9FE2-78B855E6E810}" dt="2026-10-17T19:25:22.378" v="2437" actId="1076"/>
          <ac:picMkLst>
            <pc:docMk/>
            <pc:sldMk cId="1766330714" sldId="257"/>
            <ac:picMk id="4" creationId="{BD095CD1-E573-224F-E1A6-EC446996CA1D}"/>
          </ac:picMkLst>
        </pc:picChg>
      </pc:sldChg>
      <pc:sldChg chg="addSp delSp modSp mod ord">
        <pc:chgData name="Kellie Clinton" userId="99409f891e2c9815" providerId="LiveId" clId="{B833032E-60FF-47A8-9FE2-78B855E6E810}" dt="2026-10-23T01:33:57.077" v="3422" actId="20577"/>
        <pc:sldMkLst>
          <pc:docMk/>
          <pc:sldMk cId="2293964943" sldId="258"/>
        </pc:sldMkLst>
        <pc:spChg chg="mod">
          <ac:chgData name="Kellie Clinton" userId="99409f891e2c9815" providerId="LiveId" clId="{B833032E-60FF-47A8-9FE2-78B855E6E810}" dt="2026-10-16T21:59:21.103" v="210" actId="20577"/>
          <ac:spMkLst>
            <pc:docMk/>
            <pc:sldMk cId="2293964943" sldId="258"/>
            <ac:spMk id="2" creationId="{CC09FC30-EDA2-8229-6994-E41360C04CCE}"/>
          </ac:spMkLst>
        </pc:spChg>
        <pc:spChg chg="mod">
          <ac:chgData name="Kellie Clinton" userId="99409f891e2c9815" providerId="LiveId" clId="{B833032E-60FF-47A8-9FE2-78B855E6E810}" dt="2026-10-23T01:33:57.077" v="3422" actId="20577"/>
          <ac:spMkLst>
            <pc:docMk/>
            <pc:sldMk cId="2293964943" sldId="258"/>
            <ac:spMk id="3" creationId="{0D482462-C885-9CC9-07D5-3701D42B0612}"/>
          </ac:spMkLst>
        </pc:spChg>
        <pc:picChg chg="add del mod">
          <ac:chgData name="Kellie Clinton" userId="99409f891e2c9815" providerId="LiveId" clId="{B833032E-60FF-47A8-9FE2-78B855E6E810}" dt="2026-10-17T00:40:36.383" v="1757" actId="478"/>
          <ac:picMkLst>
            <pc:docMk/>
            <pc:sldMk cId="2293964943" sldId="258"/>
            <ac:picMk id="5" creationId="{55C07959-EC8B-39CD-ECDE-D9AF0551A39D}"/>
          </ac:picMkLst>
        </pc:picChg>
      </pc:sldChg>
      <pc:sldChg chg="addSp delSp modSp mod ord">
        <pc:chgData name="Kellie Clinton" userId="99409f891e2c9815" providerId="LiveId" clId="{B833032E-60FF-47A8-9FE2-78B855E6E810}" dt="2026-10-19T02:03:11.450" v="3189" actId="1076"/>
        <pc:sldMkLst>
          <pc:docMk/>
          <pc:sldMk cId="3996648416" sldId="260"/>
        </pc:sldMkLst>
        <pc:spChg chg="mod">
          <ac:chgData name="Kellie Clinton" userId="99409f891e2c9815" providerId="LiveId" clId="{B833032E-60FF-47A8-9FE2-78B855E6E810}" dt="2026-10-16T23:03:38.335" v="1045" actId="14100"/>
          <ac:spMkLst>
            <pc:docMk/>
            <pc:sldMk cId="3996648416" sldId="260"/>
            <ac:spMk id="2" creationId="{13ADFA13-F0E0-0AC9-A7ED-2C080852AE97}"/>
          </ac:spMkLst>
        </pc:spChg>
        <pc:picChg chg="add mod ord">
          <ac:chgData name="Kellie Clinton" userId="99409f891e2c9815" providerId="LiveId" clId="{B833032E-60FF-47A8-9FE2-78B855E6E810}" dt="2026-10-19T02:03:11.450" v="3189" actId="1076"/>
          <ac:picMkLst>
            <pc:docMk/>
            <pc:sldMk cId="3996648416" sldId="260"/>
            <ac:picMk id="9" creationId="{F59FA180-BFE4-9325-74BB-28482BBC7E76}"/>
          </ac:picMkLst>
        </pc:picChg>
      </pc:sldChg>
      <pc:sldChg chg="addSp delSp modSp mod">
        <pc:chgData name="Kellie Clinton" userId="99409f891e2c9815" providerId="LiveId" clId="{B833032E-60FF-47A8-9FE2-78B855E6E810}" dt="2026-10-23T00:27:47.950" v="3415" actId="1076"/>
        <pc:sldMkLst>
          <pc:docMk/>
          <pc:sldMk cId="3484230434" sldId="262"/>
        </pc:sldMkLst>
        <pc:spChg chg="mod">
          <ac:chgData name="Kellie Clinton" userId="99409f891e2c9815" providerId="LiveId" clId="{B833032E-60FF-47A8-9FE2-78B855E6E810}" dt="2026-10-23T00:27:41.576" v="3414" actId="20577"/>
          <ac:spMkLst>
            <pc:docMk/>
            <pc:sldMk cId="3484230434" sldId="262"/>
            <ac:spMk id="2" creationId="{0CF951B0-7468-6C45-AE5E-16A47AD7D5D7}"/>
          </ac:spMkLst>
        </pc:spChg>
        <pc:spChg chg="mod">
          <ac:chgData name="Kellie Clinton" userId="99409f891e2c9815" providerId="LiveId" clId="{B833032E-60FF-47A8-9FE2-78B855E6E810}" dt="2026-10-19T15:02:59.748" v="3254" actId="27636"/>
          <ac:spMkLst>
            <pc:docMk/>
            <pc:sldMk cId="3484230434" sldId="262"/>
            <ac:spMk id="3" creationId="{85F3CD7F-DE13-C1DB-F4C4-48CCE36036AF}"/>
          </ac:spMkLst>
        </pc:spChg>
        <pc:spChg chg="add mod">
          <ac:chgData name="Kellie Clinton" userId="99409f891e2c9815" providerId="LiveId" clId="{B833032E-60FF-47A8-9FE2-78B855E6E810}" dt="2026-10-18T03:38:22.365" v="2771" actId="1582"/>
          <ac:spMkLst>
            <pc:docMk/>
            <pc:sldMk cId="3484230434" sldId="262"/>
            <ac:spMk id="9" creationId="{3E31D552-65A5-9101-8DCA-85A55CFEAF54}"/>
          </ac:spMkLst>
        </pc:spChg>
        <pc:picChg chg="add mod">
          <ac:chgData name="Kellie Clinton" userId="99409f891e2c9815" providerId="LiveId" clId="{B833032E-60FF-47A8-9FE2-78B855E6E810}" dt="2026-10-23T00:27:47.950" v="3415" actId="1076"/>
          <ac:picMkLst>
            <pc:docMk/>
            <pc:sldMk cId="3484230434" sldId="262"/>
            <ac:picMk id="5" creationId="{3D36502C-7141-3A1E-D777-6FFBA6B7BDA2}"/>
          </ac:picMkLst>
        </pc:picChg>
        <pc:picChg chg="add mod ord">
          <ac:chgData name="Kellie Clinton" userId="99409f891e2c9815" providerId="LiveId" clId="{B833032E-60FF-47A8-9FE2-78B855E6E810}" dt="2026-10-19T05:23:18.947" v="3233" actId="171"/>
          <ac:picMkLst>
            <pc:docMk/>
            <pc:sldMk cId="3484230434" sldId="262"/>
            <ac:picMk id="11" creationId="{A06C3122-463F-70A8-12BE-46C4A8A9CF34}"/>
          </ac:picMkLst>
        </pc:picChg>
      </pc:sldChg>
      <pc:sldChg chg="addSp delSp modSp mod addAnim delAnim modAnim">
        <pc:chgData name="Kellie Clinton" userId="99409f891e2c9815" providerId="LiveId" clId="{B833032E-60FF-47A8-9FE2-78B855E6E810}" dt="2026-10-19T01:35:08.708" v="3111" actId="6549"/>
        <pc:sldMkLst>
          <pc:docMk/>
          <pc:sldMk cId="924108105" sldId="263"/>
        </pc:sldMkLst>
        <pc:spChg chg="mod">
          <ac:chgData name="Kellie Clinton" userId="99409f891e2c9815" providerId="LiveId" clId="{B833032E-60FF-47A8-9FE2-78B855E6E810}" dt="2026-10-19T01:35:08.708" v="3111" actId="6549"/>
          <ac:spMkLst>
            <pc:docMk/>
            <pc:sldMk cId="924108105" sldId="263"/>
            <ac:spMk id="2" creationId="{6115E5D6-BAEE-0AE6-DB12-D1FF6B72E8AB}"/>
          </ac:spMkLst>
        </pc:spChg>
        <pc:spChg chg="mod">
          <ac:chgData name="Kellie Clinton" userId="99409f891e2c9815" providerId="LiveId" clId="{B833032E-60FF-47A8-9FE2-78B855E6E810}" dt="2026-10-18T00:35:42.158" v="2583" actId="20577"/>
          <ac:spMkLst>
            <pc:docMk/>
            <pc:sldMk cId="924108105" sldId="263"/>
            <ac:spMk id="3" creationId="{8EE1C485-3636-2803-0752-33E906FDDA83}"/>
          </ac:spMkLst>
        </pc:spChg>
        <pc:spChg chg="add mod">
          <ac:chgData name="Kellie Clinton" userId="99409f891e2c9815" providerId="LiveId" clId="{B833032E-60FF-47A8-9FE2-78B855E6E810}" dt="2026-10-17T19:22:24.190" v="2425" actId="962"/>
          <ac:spMkLst>
            <pc:docMk/>
            <pc:sldMk cId="924108105" sldId="263"/>
            <ac:spMk id="4" creationId="{64EFF4F3-F00B-3A59-DA54-3A5C71D09749}"/>
          </ac:spMkLst>
        </pc:spChg>
        <pc:spChg chg="add mod">
          <ac:chgData name="Kellie Clinton" userId="99409f891e2c9815" providerId="LiveId" clId="{B833032E-60FF-47A8-9FE2-78B855E6E810}" dt="2026-10-17T19:23:26.234" v="2433" actId="962"/>
          <ac:spMkLst>
            <pc:docMk/>
            <pc:sldMk cId="924108105" sldId="263"/>
            <ac:spMk id="5" creationId="{92225616-EA86-9B5C-0495-035F73079CA8}"/>
          </ac:spMkLst>
        </pc:spChg>
        <pc:picChg chg="add mod ord">
          <ac:chgData name="Kellie Clinton" userId="99409f891e2c9815" providerId="LiveId" clId="{B833032E-60FF-47A8-9FE2-78B855E6E810}" dt="2026-10-17T19:21:29.719" v="2419" actId="962"/>
          <ac:picMkLst>
            <pc:docMk/>
            <pc:sldMk cId="924108105" sldId="263"/>
            <ac:picMk id="6" creationId="{FA868636-F6DC-5F45-746D-94CEEFDC0633}"/>
          </ac:picMkLst>
        </pc:picChg>
      </pc:sldChg>
      <pc:sldChg chg="addSp delSp modSp del mod ord modShow">
        <pc:chgData name="Kellie Clinton" userId="99409f891e2c9815" providerId="LiveId" clId="{B833032E-60FF-47A8-9FE2-78B855E6E810}" dt="2026-10-23T01:54:57.419" v="3423" actId="2696"/>
        <pc:sldMkLst>
          <pc:docMk/>
          <pc:sldMk cId="3092281299" sldId="265"/>
        </pc:sldMkLst>
      </pc:sldChg>
      <pc:sldChg chg="addSp delSp modSp mod modNotesTx">
        <pc:chgData name="Kellie Clinton" userId="99409f891e2c9815" providerId="LiveId" clId="{B833032E-60FF-47A8-9FE2-78B855E6E810}" dt="2026-10-24T22:52:53.073" v="3424" actId="20577"/>
        <pc:sldMkLst>
          <pc:docMk/>
          <pc:sldMk cId="2499883019" sldId="268"/>
        </pc:sldMkLst>
        <pc:spChg chg="mod">
          <ac:chgData name="Kellie Clinton" userId="99409f891e2c9815" providerId="LiveId" clId="{B833032E-60FF-47A8-9FE2-78B855E6E810}" dt="2026-10-19T01:35:24.870" v="3131" actId="20577"/>
          <ac:spMkLst>
            <pc:docMk/>
            <pc:sldMk cId="2499883019" sldId="268"/>
            <ac:spMk id="2" creationId="{FA812F77-D925-B24C-1204-76CB40D4EEB8}"/>
          </ac:spMkLst>
        </pc:spChg>
        <pc:spChg chg="add mod">
          <ac:chgData name="Kellie Clinton" userId="99409f891e2c9815" providerId="LiveId" clId="{B833032E-60FF-47A8-9FE2-78B855E6E810}" dt="2026-10-18T20:23:50.384" v="3037" actId="20577"/>
          <ac:spMkLst>
            <pc:docMk/>
            <pc:sldMk cId="2499883019" sldId="268"/>
            <ac:spMk id="5" creationId="{C3AA1C7B-692D-0B6C-0340-BE74592B1C47}"/>
          </ac:spMkLst>
        </pc:spChg>
        <pc:spChg chg="add mod">
          <ac:chgData name="Kellie Clinton" userId="99409f891e2c9815" providerId="LiveId" clId="{B833032E-60FF-47A8-9FE2-78B855E6E810}" dt="2026-10-19T02:02:03.663" v="3182" actId="1076"/>
          <ac:spMkLst>
            <pc:docMk/>
            <pc:sldMk cId="2499883019" sldId="268"/>
            <ac:spMk id="6" creationId="{6944A2C0-51AB-44EB-030A-E9A9B87485E7}"/>
          </ac:spMkLst>
        </pc:spChg>
        <pc:spChg chg="add mod">
          <ac:chgData name="Kellie Clinton" userId="99409f891e2c9815" providerId="LiveId" clId="{B833032E-60FF-47A8-9FE2-78B855E6E810}" dt="2026-10-19T14:47:23.843" v="3234" actId="1076"/>
          <ac:spMkLst>
            <pc:docMk/>
            <pc:sldMk cId="2499883019" sldId="268"/>
            <ac:spMk id="9" creationId="{736C77C4-06D7-81AC-CEFF-CBF0CD4AF264}"/>
          </ac:spMkLst>
        </pc:spChg>
        <pc:spChg chg="add mod">
          <ac:chgData name="Kellie Clinton" userId="99409f891e2c9815" providerId="LiveId" clId="{B833032E-60FF-47A8-9FE2-78B855E6E810}" dt="2026-10-19T02:02:34.734" v="3186" actId="1036"/>
          <ac:spMkLst>
            <pc:docMk/>
            <pc:sldMk cId="2499883019" sldId="268"/>
            <ac:spMk id="11" creationId="{024E9163-36B2-3802-FBF8-06ABE605334E}"/>
          </ac:spMkLst>
        </pc:spChg>
        <pc:spChg chg="add mod">
          <ac:chgData name="Kellie Clinton" userId="99409f891e2c9815" providerId="LiveId" clId="{B833032E-60FF-47A8-9FE2-78B855E6E810}" dt="2026-10-19T02:02:00.086" v="3181" actId="1076"/>
          <ac:spMkLst>
            <pc:docMk/>
            <pc:sldMk cId="2499883019" sldId="268"/>
            <ac:spMk id="13" creationId="{B4C88B38-C8F4-8B09-61C5-F89EC9FC0B36}"/>
          </ac:spMkLst>
        </pc:spChg>
        <pc:picChg chg="add mod">
          <ac:chgData name="Kellie Clinton" userId="99409f891e2c9815" providerId="LiveId" clId="{B833032E-60FF-47A8-9FE2-78B855E6E810}" dt="2026-10-19T02:01:32.745" v="3179" actId="14100"/>
          <ac:picMkLst>
            <pc:docMk/>
            <pc:sldMk cId="2499883019" sldId="268"/>
            <ac:picMk id="4" creationId="{8DECABE8-A226-1F3D-F964-5E5ED4761BCB}"/>
          </ac:picMkLst>
        </pc:picChg>
        <pc:cxnChg chg="add mod">
          <ac:chgData name="Kellie Clinton" userId="99409f891e2c9815" providerId="LiveId" clId="{B833032E-60FF-47A8-9FE2-78B855E6E810}" dt="2026-10-19T02:02:03.663" v="3182" actId="1076"/>
          <ac:cxnSpMkLst>
            <pc:docMk/>
            <pc:sldMk cId="2499883019" sldId="268"/>
            <ac:cxnSpMk id="15" creationId="{0D3B94B0-7D56-3E29-EDB1-BDA4C776E8FA}"/>
          </ac:cxnSpMkLst>
        </pc:cxnChg>
        <pc:cxnChg chg="add mod">
          <ac:chgData name="Kellie Clinton" userId="99409f891e2c9815" providerId="LiveId" clId="{B833032E-60FF-47A8-9FE2-78B855E6E810}" dt="2026-10-19T14:47:23.843" v="3234" actId="1076"/>
          <ac:cxnSpMkLst>
            <pc:docMk/>
            <pc:sldMk cId="2499883019" sldId="268"/>
            <ac:cxnSpMk id="17" creationId="{BB95C7C6-57AC-6450-9110-A3CF39F43953}"/>
          </ac:cxnSpMkLst>
        </pc:cxnChg>
        <pc:cxnChg chg="add mod">
          <ac:chgData name="Kellie Clinton" userId="99409f891e2c9815" providerId="LiveId" clId="{B833032E-60FF-47A8-9FE2-78B855E6E810}" dt="2026-10-19T14:47:28.842" v="3235" actId="14100"/>
          <ac:cxnSpMkLst>
            <pc:docMk/>
            <pc:sldMk cId="2499883019" sldId="268"/>
            <ac:cxnSpMk id="24" creationId="{90A6660E-457D-C69F-AB68-56E1232A7506}"/>
          </ac:cxnSpMkLst>
        </pc:cxnChg>
      </pc:sldChg>
      <pc:sldChg chg="addSp delSp modSp mod ord delAnim modAnim">
        <pc:chgData name="Kellie Clinton" userId="99409f891e2c9815" providerId="LiveId" clId="{B833032E-60FF-47A8-9FE2-78B855E6E810}" dt="2026-10-19T02:04:53.699" v="3191" actId="14100"/>
        <pc:sldMkLst>
          <pc:docMk/>
          <pc:sldMk cId="2887720931" sldId="270"/>
        </pc:sldMkLst>
        <pc:spChg chg="mod">
          <ac:chgData name="Kellie Clinton" userId="99409f891e2c9815" providerId="LiveId" clId="{B833032E-60FF-47A8-9FE2-78B855E6E810}" dt="2026-10-17T19:00:50.448" v="2119" actId="20577"/>
          <ac:spMkLst>
            <pc:docMk/>
            <pc:sldMk cId="2887720931" sldId="270"/>
            <ac:spMk id="2" creationId="{414B691A-9E7D-4205-23D1-66B0E3257FA9}"/>
          </ac:spMkLst>
        </pc:spChg>
        <pc:spChg chg="add mod">
          <ac:chgData name="Kellie Clinton" userId="99409f891e2c9815" providerId="LiveId" clId="{B833032E-60FF-47A8-9FE2-78B855E6E810}" dt="2026-10-18T18:09:44.286" v="3019" actId="20577"/>
          <ac:spMkLst>
            <pc:docMk/>
            <pc:sldMk cId="2887720931" sldId="270"/>
            <ac:spMk id="3" creationId="{DF3AD67B-D029-ECC1-7910-9EE45F744942}"/>
          </ac:spMkLst>
        </pc:spChg>
        <pc:picChg chg="add mod">
          <ac:chgData name="Kellie Clinton" userId="99409f891e2c9815" providerId="LiveId" clId="{B833032E-60FF-47A8-9FE2-78B855E6E810}" dt="2026-10-19T02:04:53.699" v="3191" actId="14100"/>
          <ac:picMkLst>
            <pc:docMk/>
            <pc:sldMk cId="2887720931" sldId="270"/>
            <ac:picMk id="5" creationId="{B0D79ABB-1215-A17D-85A1-A8FB09FE3D7E}"/>
          </ac:picMkLst>
        </pc:picChg>
      </pc:sldChg>
      <pc:sldChg chg="addSp delSp modSp mod addAnim delAnim modAnim modNotesTx">
        <pc:chgData name="Kellie Clinton" userId="99409f891e2c9815" providerId="LiveId" clId="{B833032E-60FF-47A8-9FE2-78B855E6E810}" dt="2026-10-20T02:07:57.359" v="3378" actId="20577"/>
        <pc:sldMkLst>
          <pc:docMk/>
          <pc:sldMk cId="3484943383" sldId="271"/>
        </pc:sldMkLst>
        <pc:spChg chg="mod">
          <ac:chgData name="Kellie Clinton" userId="99409f891e2c9815" providerId="LiveId" clId="{B833032E-60FF-47A8-9FE2-78B855E6E810}" dt="2026-10-18T01:21:12.789" v="2715"/>
          <ac:spMkLst>
            <pc:docMk/>
            <pc:sldMk cId="3484943383" sldId="271"/>
            <ac:spMk id="2" creationId="{64F4F795-D25A-2430-47E1-A81106C39627}"/>
          </ac:spMkLst>
        </pc:spChg>
        <pc:spChg chg="add mod">
          <ac:chgData name="Kellie Clinton" userId="99409f891e2c9815" providerId="LiveId" clId="{B833032E-60FF-47A8-9FE2-78B855E6E810}" dt="2026-10-18T01:29:38.604" v="2739" actId="962"/>
          <ac:spMkLst>
            <pc:docMk/>
            <pc:sldMk cId="3484943383" sldId="271"/>
            <ac:spMk id="9" creationId="{E9D178BC-5859-66BA-7E8D-1EA69B5710C5}"/>
          </ac:spMkLst>
        </pc:spChg>
        <pc:spChg chg="add del mod">
          <ac:chgData name="Kellie Clinton" userId="99409f891e2c9815" providerId="LiveId" clId="{B833032E-60FF-47A8-9FE2-78B855E6E810}" dt="2026-10-19T02:08:30.461" v="3214" actId="478"/>
          <ac:spMkLst>
            <pc:docMk/>
            <pc:sldMk cId="3484943383" sldId="271"/>
            <ac:spMk id="10" creationId="{00BDF9AF-CE2B-440C-011B-35611DA63BAC}"/>
          </ac:spMkLst>
        </pc:spChg>
        <pc:spChg chg="add mod">
          <ac:chgData name="Kellie Clinton" userId="99409f891e2c9815" providerId="LiveId" clId="{B833032E-60FF-47A8-9FE2-78B855E6E810}" dt="2026-10-18T20:26:44.615" v="3044" actId="20577"/>
          <ac:spMkLst>
            <pc:docMk/>
            <pc:sldMk cId="3484943383" sldId="271"/>
            <ac:spMk id="21" creationId="{D7B5E1A2-B7EF-3AC2-FB70-4DD545B0920D}"/>
          </ac:spMkLst>
        </pc:spChg>
        <pc:picChg chg="add mod">
          <ac:chgData name="Kellie Clinton" userId="99409f891e2c9815" providerId="LiveId" clId="{B833032E-60FF-47A8-9FE2-78B855E6E810}" dt="2026-10-18T22:36:53.957" v="3050" actId="1582"/>
          <ac:picMkLst>
            <pc:docMk/>
            <pc:sldMk cId="3484943383" sldId="271"/>
            <ac:picMk id="4" creationId="{5965072F-C2F8-A6B8-1C0F-8F69EA6D378C}"/>
          </ac:picMkLst>
        </pc:picChg>
        <pc:picChg chg="add mod">
          <ac:chgData name="Kellie Clinton" userId="99409f891e2c9815" providerId="LiveId" clId="{B833032E-60FF-47A8-9FE2-78B855E6E810}" dt="2026-10-18T01:29:43.648" v="2740" actId="962"/>
          <ac:picMkLst>
            <pc:docMk/>
            <pc:sldMk cId="3484943383" sldId="271"/>
            <ac:picMk id="8" creationId="{0EE197A9-594F-BC1D-E269-7F3E980C3D2C}"/>
          </ac:picMkLst>
        </pc:picChg>
      </pc:sldChg>
      <pc:sldChg chg="addSp delSp modSp mod addAnim delAnim modAnim modNotesTx">
        <pc:chgData name="Kellie Clinton" userId="99409f891e2c9815" providerId="LiveId" clId="{B833032E-60FF-47A8-9FE2-78B855E6E810}" dt="2026-10-18T15:22:24.710" v="2997"/>
        <pc:sldMkLst>
          <pc:docMk/>
          <pc:sldMk cId="3137332523" sldId="272"/>
        </pc:sldMkLst>
        <pc:spChg chg="mod">
          <ac:chgData name="Kellie Clinton" userId="99409f891e2c9815" providerId="LiveId" clId="{B833032E-60FF-47A8-9FE2-78B855E6E810}" dt="2026-10-18T00:22:31.375" v="2456"/>
          <ac:spMkLst>
            <pc:docMk/>
            <pc:sldMk cId="3137332523" sldId="272"/>
            <ac:spMk id="2" creationId="{8E929A15-53A6-39DA-FC59-A7896DB63F26}"/>
          </ac:spMkLst>
        </pc:spChg>
        <pc:spChg chg="add mod">
          <ac:chgData name="Kellie Clinton" userId="99409f891e2c9815" providerId="LiveId" clId="{B833032E-60FF-47A8-9FE2-78B855E6E810}" dt="2026-10-18T04:36:43.496" v="2931" actId="1076"/>
          <ac:spMkLst>
            <pc:docMk/>
            <pc:sldMk cId="3137332523" sldId="272"/>
            <ac:spMk id="3" creationId="{E631E031-2D2A-4ED2-B733-5B9E8951F2E4}"/>
          </ac:spMkLst>
        </pc:spChg>
        <pc:spChg chg="add mod">
          <ac:chgData name="Kellie Clinton" userId="99409f891e2c9815" providerId="LiveId" clId="{B833032E-60FF-47A8-9FE2-78B855E6E810}" dt="2026-10-18T04:34:10.659" v="2919" actId="1582"/>
          <ac:spMkLst>
            <pc:docMk/>
            <pc:sldMk cId="3137332523" sldId="272"/>
            <ac:spMk id="22" creationId="{F00472C2-2047-C857-F08C-B884805621D0}"/>
          </ac:spMkLst>
        </pc:spChg>
        <pc:picChg chg="add mod">
          <ac:chgData name="Kellie Clinton" userId="99409f891e2c9815" providerId="LiveId" clId="{B833032E-60FF-47A8-9FE2-78B855E6E810}" dt="2026-10-18T04:36:39.546" v="2930" actId="1076"/>
          <ac:picMkLst>
            <pc:docMk/>
            <pc:sldMk cId="3137332523" sldId="272"/>
            <ac:picMk id="11" creationId="{C9B9E990-E372-5177-6E02-1D32A8C3DC7C}"/>
          </ac:picMkLst>
        </pc:picChg>
        <pc:picChg chg="add mod ord">
          <ac:chgData name="Kellie Clinton" userId="99409f891e2c9815" providerId="LiveId" clId="{B833032E-60FF-47A8-9FE2-78B855E6E810}" dt="2026-10-18T04:32:53.246" v="2909" actId="14100"/>
          <ac:picMkLst>
            <pc:docMk/>
            <pc:sldMk cId="3137332523" sldId="272"/>
            <ac:picMk id="21" creationId="{D5A22BE6-1ED5-C198-1243-FC22CDAF0873}"/>
          </ac:picMkLst>
        </pc:picChg>
      </pc:sldChg>
      <pc:sldChg chg="addSp delSp modSp mod">
        <pc:chgData name="Kellie Clinton" userId="99409f891e2c9815" providerId="LiveId" clId="{B833032E-60FF-47A8-9FE2-78B855E6E810}" dt="2026-10-23T00:28:18.141" v="3417" actId="20577"/>
        <pc:sldMkLst>
          <pc:docMk/>
          <pc:sldMk cId="3405357753" sldId="276"/>
        </pc:sldMkLst>
        <pc:spChg chg="mod">
          <ac:chgData name="Kellie Clinton" userId="99409f891e2c9815" providerId="LiveId" clId="{B833032E-60FF-47A8-9FE2-78B855E6E810}" dt="2026-10-16T23:29:08.840" v="1417" actId="20577"/>
          <ac:spMkLst>
            <pc:docMk/>
            <pc:sldMk cId="3405357753" sldId="276"/>
            <ac:spMk id="2" creationId="{F50F7B50-348E-04C4-7A39-D5D3FA4C22C7}"/>
          </ac:spMkLst>
        </pc:spChg>
        <pc:spChg chg="mod">
          <ac:chgData name="Kellie Clinton" userId="99409f891e2c9815" providerId="LiveId" clId="{B833032E-60FF-47A8-9FE2-78B855E6E810}" dt="2026-10-23T00:28:18.141" v="3417" actId="20577"/>
          <ac:spMkLst>
            <pc:docMk/>
            <pc:sldMk cId="3405357753" sldId="276"/>
            <ac:spMk id="3" creationId="{1DEB93A5-7C56-06AA-F8EC-0AF89528BC71}"/>
          </ac:spMkLst>
        </pc:spChg>
      </pc:sldChg>
      <pc:sldChg chg="modSp mod">
        <pc:chgData name="Kellie Clinton" userId="99409f891e2c9815" providerId="LiveId" clId="{B833032E-60FF-47A8-9FE2-78B855E6E810}" dt="2026-10-18T04:37:58.396" v="2944" actId="403"/>
        <pc:sldMkLst>
          <pc:docMk/>
          <pc:sldMk cId="2669387691" sldId="278"/>
        </pc:sldMkLst>
        <pc:spChg chg="mod">
          <ac:chgData name="Kellie Clinton" userId="99409f891e2c9815" providerId="LiveId" clId="{B833032E-60FF-47A8-9FE2-78B855E6E810}" dt="2026-10-18T04:37:58.396" v="2944" actId="403"/>
          <ac:spMkLst>
            <pc:docMk/>
            <pc:sldMk cId="2669387691" sldId="278"/>
            <ac:spMk id="3" creationId="{C9FCBBA1-4D45-31AC-74C7-D60666BBD335}"/>
          </ac:spMkLst>
        </pc:spChg>
      </pc:sldChg>
      <pc:sldChg chg="addSp delSp modSp new del mod ord delAnim modAnim">
        <pc:chgData name="Kellie Clinton" userId="99409f891e2c9815" providerId="LiveId" clId="{B833032E-60FF-47A8-9FE2-78B855E6E810}" dt="2026-10-23T00:24:31.997" v="3398" actId="2696"/>
        <pc:sldMkLst>
          <pc:docMk/>
          <pc:sldMk cId="2919389973" sldId="279"/>
        </pc:sldMkLst>
      </pc:sldChg>
      <pc:sldChg chg="modSp new mod modNotesTx">
        <pc:chgData name="Kellie Clinton" userId="99409f891e2c9815" providerId="LiveId" clId="{B833032E-60FF-47A8-9FE2-78B855E6E810}" dt="2026-10-18T18:13:29.454" v="3032" actId="20577"/>
        <pc:sldMkLst>
          <pc:docMk/>
          <pc:sldMk cId="3367601151" sldId="281"/>
        </pc:sldMkLst>
        <pc:spChg chg="mod">
          <ac:chgData name="Kellie Clinton" userId="99409f891e2c9815" providerId="LiveId" clId="{B833032E-60FF-47A8-9FE2-78B855E6E810}" dt="2026-10-16T23:18:36.031" v="1207" actId="20577"/>
          <ac:spMkLst>
            <pc:docMk/>
            <pc:sldMk cId="3367601151" sldId="281"/>
            <ac:spMk id="2" creationId="{3C32F48B-FA88-CC2E-5B51-2C80CF40D767}"/>
          </ac:spMkLst>
        </pc:spChg>
        <pc:spChg chg="mod">
          <ac:chgData name="Kellie Clinton" userId="99409f891e2c9815" providerId="LiveId" clId="{B833032E-60FF-47A8-9FE2-78B855E6E810}" dt="2026-10-18T18:11:36.479" v="3028" actId="20577"/>
          <ac:spMkLst>
            <pc:docMk/>
            <pc:sldMk cId="3367601151" sldId="281"/>
            <ac:spMk id="3" creationId="{06C544FE-9501-E93C-7977-0DF1BBE379D9}"/>
          </ac:spMkLst>
        </pc:spChg>
        <pc:spChg chg="mod">
          <ac:chgData name="Kellie Clinton" userId="99409f891e2c9815" providerId="LiveId" clId="{B833032E-60FF-47A8-9FE2-78B855E6E810}" dt="2026-10-18T18:13:29.454" v="3032" actId="20577"/>
          <ac:spMkLst>
            <pc:docMk/>
            <pc:sldMk cId="3367601151" sldId="281"/>
            <ac:spMk id="4" creationId="{BCDF9377-A2B6-DB77-AE10-1F82E6F2011E}"/>
          </ac:spMkLst>
        </pc:spChg>
      </pc:sldChg>
      <pc:sldChg chg="addSp delSp modSp new mod">
        <pc:chgData name="Kellie Clinton" userId="99409f891e2c9815" providerId="LiveId" clId="{B833032E-60FF-47A8-9FE2-78B855E6E810}" dt="2026-10-20T02:09:07.129" v="3381" actId="14100"/>
        <pc:sldMkLst>
          <pc:docMk/>
          <pc:sldMk cId="3301300342" sldId="282"/>
        </pc:sldMkLst>
        <pc:spChg chg="mod">
          <ac:chgData name="Kellie Clinton" userId="99409f891e2c9815" providerId="LiveId" clId="{B833032E-60FF-47A8-9FE2-78B855E6E810}" dt="2026-10-20T02:05:13.388" v="3327" actId="20577"/>
          <ac:spMkLst>
            <pc:docMk/>
            <pc:sldMk cId="3301300342" sldId="282"/>
            <ac:spMk id="2" creationId="{E0C6F70E-D367-21E8-7C7C-1C49827C8EFF}"/>
          </ac:spMkLst>
        </pc:spChg>
        <pc:spChg chg="mod">
          <ac:chgData name="Kellie Clinton" userId="99409f891e2c9815" providerId="LiveId" clId="{B833032E-60FF-47A8-9FE2-78B855E6E810}" dt="2026-10-20T02:09:00.905" v="3380" actId="20577"/>
          <ac:spMkLst>
            <pc:docMk/>
            <pc:sldMk cId="3301300342" sldId="282"/>
            <ac:spMk id="3" creationId="{3BF9F32B-E33E-C7FE-5F27-3F5F0C07FDC9}"/>
          </ac:spMkLst>
        </pc:spChg>
        <pc:picChg chg="add mod ord">
          <ac:chgData name="Kellie Clinton" userId="99409f891e2c9815" providerId="LiveId" clId="{B833032E-60FF-47A8-9FE2-78B855E6E810}" dt="2026-10-20T02:09:07.129" v="3381" actId="14100"/>
          <ac:picMkLst>
            <pc:docMk/>
            <pc:sldMk cId="3301300342" sldId="282"/>
            <ac:picMk id="12" creationId="{F2921750-A271-0589-AAAE-24C61ED686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5055C-87C1-470F-817C-F2E4EC43EC2B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19C3B-F947-4B9A-A830-4F9CAA0F3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Changes hue or applies diverging/sequential gradients based on a dimension or measure.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Scales the thickness, length, or radius of the mark.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text values directly onto or near the mark.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dimensions to increase the number of individual marks in the view without changing color/size.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Tooltip: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Controls what pop-up text appears when you hover over a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19C3B-F947-4B9A-A830-4F9CAA0F31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4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Tableau sends aggregated profit data to R.</a:t>
            </a:r>
          </a:p>
          <a:p>
            <a:pPr lvl="0"/>
            <a:r>
              <a:rPr lang="en-US" dirty="0"/>
              <a:t>R uses a spatial-sign-based method to flag potential outliers.</a:t>
            </a:r>
          </a:p>
          <a:p>
            <a:pPr lvl="0"/>
            <a:r>
              <a:rPr lang="en-US" dirty="0"/>
              <a:t>Tableau displays the result as “Outlier” or “Normal.”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19C3B-F947-4B9A-A830-4F9CAA0F31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3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increase, the points fan out wildly in every direction—some massive sales have huge profits, while others have massive losses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19C3B-F947-4B9A-A830-4F9CAA0F31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9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NLP – Natural Language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19C3B-F947-4B9A-A830-4F9CAA0F31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3E99-41F7-5376-0CD8-1EB7D7D68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61EB0-3DF7-7F90-11D6-136E9FC96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A5CBE-E24B-434E-0303-6EF1A7EE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955FF-5E46-3EFB-7760-AFE4DC54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E450-14C4-A83D-ECDF-04AA3E960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0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1F29-883C-FF80-B27F-FF5A65AF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E5F3-8D23-E32C-3EE1-4E89F671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A96E4-14BB-B314-FD21-410D36567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69289-2B7E-09D8-7D00-B3DE0884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D83C0-DE97-C20B-74BC-253BB51E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6D16-20ED-EEC6-5EF0-0415B152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A4C09-C8EB-5D73-A9EA-DB7323151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84FB-3F34-F3D7-5436-B1E6EB62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C8D0-46FD-2265-8119-D60BDB68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4D643-1B99-B92C-743B-32E1CCFB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01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7B5E-FCE8-9737-1581-10872A5D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63C7-D943-2BAB-214B-3A5ECF421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768A7-5ACB-3E54-7FDC-2C5C0A1EC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B58B3-DB79-77FD-2DFF-3C25679F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4DC87-E61E-8118-44D9-7C78D18D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2D1BE-0987-C2A6-F98E-9AF57299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1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845D-7FC3-F706-7B61-98072CCF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6206C-093D-DF8B-5F41-A9FA11671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B8C4F-DCCF-9723-F068-FA6DD8680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7FA11-029F-9098-038B-0EC3E3D79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ABBF0-ACE4-0AAB-A1CC-D914A960A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76F84-C3B2-CB9C-148E-74E7F7078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87ACD-1EF7-322C-7F6C-8AE17780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1300D-E93E-B881-96B2-A647F434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9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E26B-A0E7-98D7-B252-C6D7AF20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A3321-07A2-E701-D205-55AA6203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F309-F9A8-4403-CC2E-7C0312E2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BF744-5DA3-1D07-DD6A-63A3B94D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3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ED7E6-2C64-CEA6-CE56-3B4822BA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2C195-4359-9892-7E3F-4633BAB2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E1EE4-3836-3E38-F0BD-02787300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3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A435-B5CE-E589-1120-C69612A5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51BC-5AD5-EC4D-AA21-37B98D24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E0BB1-1E1D-31B7-25C6-D3214638B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70675-1FF8-25C3-9662-C5470F35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33B82-4F10-CF3E-80F3-CF8B12AA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22044-EDFA-0C43-E274-AC7139FF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5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C948-1621-24F4-3F5A-FD5E59E10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68339-1858-823E-179D-1734846A61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A189A-1FE1-E95C-B0F4-E5F201EA3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1D274-DA0E-CD7A-4B45-B3236737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B5038-24D2-8838-0317-71823475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204A7-0178-AC85-D522-88CC515C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7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EDB18-FE11-8270-83C3-6A320AF5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E9111-EAFD-1432-64F1-4E53F1584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EEF5-2655-C2DC-8EAF-1993BE41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72589-2E3B-1E10-D8F1-9DFA7355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BF1A-C746-F58A-F54F-9BFA27F2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2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1201D-FEE5-B448-1A24-88B28EE3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CA743-5F86-7DBE-5860-BDB779419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1F7E5-9B8D-6F92-C4EF-6906DFA0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07847-835E-A6EB-732A-BF8D7669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E80D2-4AF7-1EE2-822C-B6FE4879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3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89DE2-91EE-32C4-B674-8994AF4C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B5A7B-7F4A-050A-0ADD-51C73177C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99613-E733-1834-4A98-DDAB15068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D90E9-EB4A-4F01-AAF3-4DC6CC7236F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F40D0-611A-64C0-803F-F4EC65D1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5EBFB-AC9F-EBA0-F72C-BB4C8CEA0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32F82-6A31-4E36-8376-F74A1CD08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5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ableau.com/access/download/public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rive.google.com/file/d/11gs4UgN9qBHc7JsI9E7jZN5FkAEu4XgK/view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3FE3-EA9B-3308-26FD-C8E3E4DBB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07502"/>
            <a:ext cx="9144000" cy="1411340"/>
          </a:xfrm>
        </p:spPr>
        <p:txBody>
          <a:bodyPr/>
          <a:lstStyle/>
          <a:p>
            <a:r>
              <a:rPr lang="en-US" dirty="0"/>
              <a:t>Intro to Tableau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5791B-6F7F-72A3-5BBC-D4229E81E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30838"/>
            <a:ext cx="9144000" cy="954035"/>
          </a:xfrm>
        </p:spPr>
        <p:txBody>
          <a:bodyPr/>
          <a:lstStyle/>
          <a:p>
            <a:r>
              <a:rPr lang="en-US" dirty="0"/>
              <a:t>Kellie Clinton (</a:t>
            </a:r>
            <a:r>
              <a:rPr lang="en-US" dirty="0" err="1"/>
              <a:t>KeC</a:t>
            </a:r>
            <a:r>
              <a:rPr lang="en-US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F6E22-5E76-D558-3808-F5A535184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2" y="410433"/>
            <a:ext cx="9359898" cy="301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0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752E-D560-550F-8FB3-F2A64587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7F540-2933-AE5F-5196-B15DC982E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  <a:p>
            <a:r>
              <a:rPr lang="en-US" dirty="0"/>
              <a:t>Preparing Data</a:t>
            </a:r>
          </a:p>
          <a:p>
            <a:r>
              <a:rPr lang="en-US" dirty="0"/>
              <a:t>Exploring Data</a:t>
            </a:r>
          </a:p>
          <a:p>
            <a:r>
              <a:rPr lang="en-US" dirty="0"/>
              <a:t>Coding and Applications</a:t>
            </a:r>
          </a:p>
          <a:p>
            <a:r>
              <a:rPr lang="en-US" dirty="0"/>
              <a:t>Key Takeaways</a:t>
            </a:r>
          </a:p>
          <a:p>
            <a:endParaRPr lang="en-US" dirty="0"/>
          </a:p>
        </p:txBody>
      </p:sp>
      <p:pic>
        <p:nvPicPr>
          <p:cNvPr id="4" name="Content Placeholder 3" descr="What is Tableau and Tableau Product Suite | 01">
            <a:extLst>
              <a:ext uri="{FF2B5EF4-FFF2-40B4-BE49-F238E27FC236}">
                <a16:creationId xmlns:a16="http://schemas.microsoft.com/office/drawing/2014/main" id="{BD095CD1-E573-224F-E1A6-EC446996CA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690688"/>
            <a:ext cx="51816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3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FC30-EDA2-8229-6994-E41360C0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82462-C885-9CC9-07D5-3701D42B0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80342"/>
            <a:ext cx="5181600" cy="4875487"/>
          </a:xfrm>
        </p:spPr>
        <p:txBody>
          <a:bodyPr>
            <a:noAutofit/>
          </a:bodyPr>
          <a:lstStyle/>
          <a:p>
            <a:r>
              <a:rPr lang="en-US" dirty="0"/>
              <a:t>Business intelligence and data visualization platform</a:t>
            </a:r>
          </a:p>
          <a:p>
            <a:r>
              <a:rPr lang="en-US" dirty="0"/>
              <a:t>Creates interactive charts, graphs, and dashboards</a:t>
            </a:r>
          </a:p>
          <a:p>
            <a:r>
              <a:rPr lang="en-US" dirty="0"/>
              <a:t>Shift the conversation from </a:t>
            </a:r>
            <a:r>
              <a:rPr lang="en-US" i="1" dirty="0"/>
              <a:t>"What does this data mean?"</a:t>
            </a:r>
            <a:r>
              <a:rPr lang="en-US" dirty="0"/>
              <a:t> to </a:t>
            </a:r>
            <a:r>
              <a:rPr lang="en-US" i="1" dirty="0"/>
              <a:t>"What should we do next?"</a:t>
            </a:r>
            <a:endParaRPr lang="en-US" dirty="0"/>
          </a:p>
          <a:p>
            <a:pPr lvl="0"/>
            <a:r>
              <a:rPr lang="en-US" dirty="0"/>
              <a:t>Team Collaboration</a:t>
            </a:r>
          </a:p>
          <a:p>
            <a:pPr lvl="0"/>
            <a:r>
              <a:rPr lang="en-US" dirty="0"/>
              <a:t>Access: Enterprise Tableau license or </a:t>
            </a:r>
            <a:r>
              <a:rPr lang="en-US" dirty="0">
                <a:hlinkClick r:id="rId2"/>
              </a:rPr>
              <a:t>free trial</a:t>
            </a:r>
            <a:endParaRPr lang="en-US" dirty="0"/>
          </a:p>
        </p:txBody>
      </p:sp>
      <p:pic>
        <p:nvPicPr>
          <p:cNvPr id="5" name="Content Placeholder 4" descr="Master Tableau: What It Is and How to Use It Effectively">
            <a:extLst>
              <a:ext uri="{FF2B5EF4-FFF2-40B4-BE49-F238E27FC236}">
                <a16:creationId xmlns:a16="http://schemas.microsoft.com/office/drawing/2014/main" id="{55C07959-EC8B-39CD-ECDE-D9AF0551A3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7072" y="1825625"/>
            <a:ext cx="5181600" cy="366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6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51B0-7468-6C45-AE5E-16A47AD7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Data: </a:t>
            </a:r>
            <a:r>
              <a:rPr lang="en-US" dirty="0">
                <a:hlinkClick r:id="rId2"/>
              </a:rPr>
              <a:t>Superstore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CD7F-DE13-C1DB-F4C4-48CCE36036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Trusted connections across enterprise data sources</a:t>
            </a:r>
          </a:p>
          <a:p>
            <a:r>
              <a:rPr lang="en-US" dirty="0"/>
              <a:t>Built-in SQL database connectors including PostgreSQL, MySQL, Oracle, and Snowflake</a:t>
            </a:r>
          </a:p>
          <a:p>
            <a:r>
              <a:rPr lang="en-US" dirty="0"/>
              <a:t>Streamline ETL by cleansing data anomalies and standardizing formatting</a:t>
            </a:r>
          </a:p>
          <a:p>
            <a:r>
              <a:rPr lang="en-US" dirty="0"/>
              <a:t>Automate data refreshes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6C3122-463F-70A8-12BE-46C4A8A9CF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75742" y="1825625"/>
            <a:ext cx="5766488" cy="43513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31D552-65A5-9101-8DCA-85A55CFEAF54}"/>
              </a:ext>
            </a:extLst>
          </p:cNvPr>
          <p:cNvSpPr/>
          <p:nvPr/>
        </p:nvSpPr>
        <p:spPr>
          <a:xfrm>
            <a:off x="10103370" y="2113613"/>
            <a:ext cx="1019332" cy="569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6502C-7141-3A1E-D777-6FFBA6B7B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657" y="158643"/>
            <a:ext cx="2560658" cy="152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E5D6-BAEE-0AE6-DB12-D1FF6B72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EE1C485-3636-2803-0752-33E906FDDA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Dimensions describe categories or groupings</a:t>
            </a:r>
          </a:p>
          <a:p>
            <a:pPr lvl="0"/>
            <a:r>
              <a:rPr lang="en-US" dirty="0"/>
              <a:t>Measures are quantitative values that can be analyzed</a:t>
            </a:r>
          </a:p>
          <a:p>
            <a:r>
              <a:rPr lang="en-US" dirty="0"/>
              <a:t>Placing dimensions and measures into the worksheet determines how Tableau groups and summarizes the data</a:t>
            </a:r>
          </a:p>
        </p:txBody>
      </p:sp>
      <p:pic>
        <p:nvPicPr>
          <p:cNvPr id="6" name="Picture Tables">
            <a:extLst>
              <a:ext uri="{FF2B5EF4-FFF2-40B4-BE49-F238E27FC236}">
                <a16:creationId xmlns:a16="http://schemas.microsoft.com/office/drawing/2014/main" id="{FA868636-F6DC-5F45-746D-94CEEFDC06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45176" y="1582323"/>
            <a:ext cx="1997181" cy="4594640"/>
          </a:xfrm>
          <a:prstGeom prst="rect">
            <a:avLst/>
          </a:prstGeom>
        </p:spPr>
      </p:pic>
      <p:sp>
        <p:nvSpPr>
          <p:cNvPr id="4" name="Qualitative Rectangle">
            <a:extLst>
              <a:ext uri="{FF2B5EF4-FFF2-40B4-BE49-F238E27FC236}">
                <a16:creationId xmlns:a16="http://schemas.microsoft.com/office/drawing/2014/main" id="{64EFF4F3-F00B-3A59-DA54-3A5C71D09749}"/>
              </a:ext>
            </a:extLst>
          </p:cNvPr>
          <p:cNvSpPr/>
          <p:nvPr/>
        </p:nvSpPr>
        <p:spPr>
          <a:xfrm>
            <a:off x="8297839" y="2715904"/>
            <a:ext cx="1351128" cy="27432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Quantitative Rectangle">
            <a:extLst>
              <a:ext uri="{FF2B5EF4-FFF2-40B4-BE49-F238E27FC236}">
                <a16:creationId xmlns:a16="http://schemas.microsoft.com/office/drawing/2014/main" id="{92225616-EA86-9B5C-0495-035F73079CA8}"/>
              </a:ext>
            </a:extLst>
          </p:cNvPr>
          <p:cNvSpPr/>
          <p:nvPr/>
        </p:nvSpPr>
        <p:spPr>
          <a:xfrm>
            <a:off x="8297839" y="5459104"/>
            <a:ext cx="1351128" cy="71785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2F77-D925-B24C-1204-76CB40D4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Visual: Sales by Category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AA1C7B-692D-0B6C-0340-BE74592B1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03426" cy="4351338"/>
          </a:xfrm>
        </p:spPr>
        <p:txBody>
          <a:bodyPr/>
          <a:lstStyle/>
          <a:p>
            <a:r>
              <a:rPr lang="en-US" dirty="0"/>
              <a:t>Which product category generates the most sales?</a:t>
            </a:r>
          </a:p>
          <a:p>
            <a:r>
              <a:rPr lang="en-US" dirty="0"/>
              <a:t>Value: Helps the business understand where its sales are concentrated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CABE8-A226-1F3D-F964-5E5ED4761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627" y="1423699"/>
            <a:ext cx="6866344" cy="4753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44A2C0-51AB-44EB-030A-E9A9B87485E7}"/>
              </a:ext>
            </a:extLst>
          </p:cNvPr>
          <p:cNvSpPr/>
          <p:nvPr/>
        </p:nvSpPr>
        <p:spPr>
          <a:xfrm>
            <a:off x="5257801" y="2940089"/>
            <a:ext cx="7048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6C77C4-06D7-81AC-CEFF-CBF0CD4AF264}"/>
              </a:ext>
            </a:extLst>
          </p:cNvPr>
          <p:cNvSpPr/>
          <p:nvPr/>
        </p:nvSpPr>
        <p:spPr>
          <a:xfrm>
            <a:off x="5257801" y="5807805"/>
            <a:ext cx="7048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E9163-36B2-3802-FBF8-06ABE605334E}"/>
              </a:ext>
            </a:extLst>
          </p:cNvPr>
          <p:cNvSpPr/>
          <p:nvPr/>
        </p:nvSpPr>
        <p:spPr>
          <a:xfrm>
            <a:off x="7038973" y="2009164"/>
            <a:ext cx="1628775" cy="433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88B38-C8F4-8B09-61C5-F89EC9FC0B36}"/>
              </a:ext>
            </a:extLst>
          </p:cNvPr>
          <p:cNvSpPr/>
          <p:nvPr/>
        </p:nvSpPr>
        <p:spPr>
          <a:xfrm>
            <a:off x="6238874" y="3479150"/>
            <a:ext cx="800099" cy="1352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D3B94B0-7D56-3E29-EDB1-BDA4C776E8FA}"/>
              </a:ext>
            </a:extLst>
          </p:cNvPr>
          <p:cNvCxnSpPr>
            <a:stCxn id="6" idx="3"/>
          </p:cNvCxnSpPr>
          <p:nvPr/>
        </p:nvCxnSpPr>
        <p:spPr>
          <a:xfrm flipV="1">
            <a:off x="5962651" y="2301914"/>
            <a:ext cx="1076323" cy="714375"/>
          </a:xfrm>
          <a:prstGeom prst="curvedConnector3">
            <a:avLst>
              <a:gd name="adj1" fmla="val 2168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B95C7C6-57AC-6450-9110-A3CF39F4395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5962651" y="4155425"/>
            <a:ext cx="276223" cy="172858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90A6660E-457D-C69F-AB68-56E1232A7506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5962651" y="2225714"/>
            <a:ext cx="1076322" cy="3658291"/>
          </a:xfrm>
          <a:prstGeom prst="curvedConnector3">
            <a:avLst>
              <a:gd name="adj1" fmla="val -13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88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F70E-D367-21E8-7C7C-1C49827C8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Profit by Zip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F32B-E33E-C7FE-5F27-3F5F0C07F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18416" cy="4351338"/>
          </a:xfrm>
        </p:spPr>
        <p:txBody>
          <a:bodyPr/>
          <a:lstStyle/>
          <a:p>
            <a:r>
              <a:rPr lang="en-US" dirty="0"/>
              <a:t>How does profitability vary across geographic areas?</a:t>
            </a:r>
          </a:p>
          <a:p>
            <a:r>
              <a:rPr lang="en-US" dirty="0"/>
              <a:t>Value: Helps the business identify geographic differences in profitability and areas that may need further investigation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2921750-A271-0589-AAAE-24C61ED686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56616" y="1825625"/>
            <a:ext cx="6760564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00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FA13-F0E0-0AC9-A7ED-2C08085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939019"/>
          </a:xfrm>
        </p:spPr>
        <p:txBody>
          <a:bodyPr>
            <a:normAutofit fontScale="90000"/>
          </a:bodyPr>
          <a:lstStyle/>
          <a:p>
            <a:r>
              <a:rPr lang="en-US" dirty="0"/>
              <a:t>Coding and Applications: R &amp; Python Integration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9FA180-BFE4-9325-74BB-28482BBC7E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08638" y="1304144"/>
            <a:ext cx="8574719" cy="479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64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4F795-D25A-2430-47E1-A81106C3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9"/>
            <a:ext cx="10515600" cy="954009"/>
          </a:xfrm>
        </p:spPr>
        <p:txBody>
          <a:bodyPr/>
          <a:lstStyle/>
          <a:p>
            <a:r>
              <a:rPr lang="en-US" dirty="0"/>
              <a:t>R: Profit &amp; Sales by Order Date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7B5E1A2-B7EF-3AC2-FB70-4DD545B0920D}"/>
              </a:ext>
            </a:extLst>
          </p:cNvPr>
          <p:cNvSpPr txBox="1"/>
          <p:nvPr/>
        </p:nvSpPr>
        <p:spPr>
          <a:xfrm>
            <a:off x="838200" y="1088052"/>
            <a:ext cx="48076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Does profit follow the same pattern as sales?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Value: Helps identify periods that may need further investigation into discounts, costs, or product mix</a:t>
            </a:r>
          </a:p>
        </p:txBody>
      </p:sp>
      <p:pic>
        <p:nvPicPr>
          <p:cNvPr id="8" name="Graph">
            <a:extLst>
              <a:ext uri="{FF2B5EF4-FFF2-40B4-BE49-F238E27FC236}">
                <a16:creationId xmlns:a16="http://schemas.microsoft.com/office/drawing/2014/main" id="{0EE197A9-594F-BC1D-E269-7F3E980C3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256" y="1379094"/>
            <a:ext cx="6294493" cy="4062336"/>
          </a:xfrm>
          <a:prstGeom prst="rect">
            <a:avLst/>
          </a:prstGeom>
        </p:spPr>
      </p:pic>
      <p:sp>
        <p:nvSpPr>
          <p:cNvPr id="9" name="Graph Outlier">
            <a:extLst>
              <a:ext uri="{FF2B5EF4-FFF2-40B4-BE49-F238E27FC236}">
                <a16:creationId xmlns:a16="http://schemas.microsoft.com/office/drawing/2014/main" id="{E9D178BC-5859-66BA-7E8D-1EA69B5710C5}"/>
              </a:ext>
            </a:extLst>
          </p:cNvPr>
          <p:cNvSpPr/>
          <p:nvPr/>
        </p:nvSpPr>
        <p:spPr>
          <a:xfrm>
            <a:off x="10558130" y="2328530"/>
            <a:ext cx="478465" cy="295585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arks Outlier">
            <a:extLst>
              <a:ext uri="{FF2B5EF4-FFF2-40B4-BE49-F238E27FC236}">
                <a16:creationId xmlns:a16="http://schemas.microsoft.com/office/drawing/2014/main" id="{00BDF9AF-CE2B-440C-011B-35611DA63BAC}"/>
              </a:ext>
            </a:extLst>
          </p:cNvPr>
          <p:cNvSpPr/>
          <p:nvPr/>
        </p:nvSpPr>
        <p:spPr>
          <a:xfrm>
            <a:off x="5645888" y="2466753"/>
            <a:ext cx="946298" cy="18555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5072F-C2F8-A6B8-1C0F-8F69EA6D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51" y="4164910"/>
            <a:ext cx="5489637" cy="223868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8494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9A15-53A6-39DA-FC59-A7896DB6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Python: Measuring the Relationship Between Sales and Profit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1E031-2D2A-4ED2-B733-5B9E8951F2E4}"/>
              </a:ext>
            </a:extLst>
          </p:cNvPr>
          <p:cNvSpPr txBox="1"/>
          <p:nvPr/>
        </p:nvSpPr>
        <p:spPr>
          <a:xfrm>
            <a:off x="838200" y="1812175"/>
            <a:ext cx="51816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Are sales and profit linearly associated?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Value: Sales alone may not fully describe financial performance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B9E990-E372-5177-6E02-1D32A8C3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80432"/>
            <a:ext cx="4810796" cy="231244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5A22BE6-1ED5-C198-1243-FC22CDAF08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341230" y="1690688"/>
            <a:ext cx="5012569" cy="448627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00472C2-2047-C857-F08C-B884805621D0}"/>
              </a:ext>
            </a:extLst>
          </p:cNvPr>
          <p:cNvSpPr/>
          <p:nvPr/>
        </p:nvSpPr>
        <p:spPr>
          <a:xfrm>
            <a:off x="9443803" y="4302177"/>
            <a:ext cx="1909996" cy="6895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691A-9E7D-4205-23D1-66B0E325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the Analysis Together: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AD67B-D029-ECC1-7910-9EE45F744942}"/>
              </a:ext>
            </a:extLst>
          </p:cNvPr>
          <p:cNvSpPr txBox="1"/>
          <p:nvPr/>
        </p:nvSpPr>
        <p:spPr>
          <a:xfrm>
            <a:off x="838200" y="1690688"/>
            <a:ext cx="48280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Bringing multiple views together helps compare trends without switching between separate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Stakeholders can use the dashboard to explore the available data themselves</a:t>
            </a:r>
          </a:p>
        </p:txBody>
      </p:sp>
      <p:pic>
        <p:nvPicPr>
          <p:cNvPr id="5" name="Dashboard with Select All">
            <a:hlinkClick r:id="" action="ppaction://media"/>
            <a:extLst>
              <a:ext uri="{FF2B5EF4-FFF2-40B4-BE49-F238E27FC236}">
                <a16:creationId xmlns:a16="http://schemas.microsoft.com/office/drawing/2014/main" id="{B0D79ABB-1215-A17D-85A1-A8FB09FE3D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02480" y="1690688"/>
            <a:ext cx="5851320" cy="41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2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F48B-FA88-CC2E-5B51-2C80CF40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544FE-9501-E93C-7977-0DF1BBE37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4557" y="1825625"/>
            <a:ext cx="53452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Strengths:</a:t>
            </a:r>
          </a:p>
          <a:p>
            <a:r>
              <a:rPr lang="en-US" dirty="0"/>
              <a:t>Natively connects to enterprise databases, warehouses, and servers</a:t>
            </a:r>
          </a:p>
          <a:p>
            <a:r>
              <a:rPr lang="en-US" dirty="0"/>
              <a:t>Rapid interactive data exploration</a:t>
            </a:r>
          </a:p>
          <a:p>
            <a:r>
              <a:rPr lang="en-US" dirty="0"/>
              <a:t>Cross-team collaboration</a:t>
            </a:r>
          </a:p>
          <a:p>
            <a:r>
              <a:rPr lang="en-US" dirty="0"/>
              <a:t>Impactful executive storytelling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F9377-A2B6-DB77-AE10-1F82E6F2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7989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Cannot perform heavy machine learning, advanced NLP, or custom statistical architectures</a:t>
            </a:r>
          </a:p>
          <a:p>
            <a:r>
              <a:rPr lang="en-US" dirty="0"/>
              <a:t>Inefficient for processing unstructured text (e.g., emails), running massive loop iterations</a:t>
            </a:r>
          </a:p>
          <a:p>
            <a:r>
              <a:rPr lang="en-US" dirty="0"/>
              <a:t>Version-control and code-review workflow is more limited than a conventional Git-based workflow</a:t>
            </a:r>
          </a:p>
        </p:txBody>
      </p:sp>
    </p:spTree>
    <p:extLst>
      <p:ext uri="{BB962C8B-B14F-4D97-AF65-F5344CB8AC3E}">
        <p14:creationId xmlns:p14="http://schemas.microsoft.com/office/powerpoint/2010/main" val="3367601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7B50-348E-04C4-7A39-D5D3FA4C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B93A5-7C56-06AA-F8EC-0AF89528B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Self-service dashboards that non-technical clients and executive stakeholders can easily understand and trust</a:t>
            </a:r>
          </a:p>
          <a:p>
            <a:r>
              <a:rPr lang="en-US" dirty="0"/>
              <a:t>Visual exploration, not heavy modeling</a:t>
            </a:r>
          </a:p>
          <a:p>
            <a:r>
              <a:rPr lang="en-US" dirty="0"/>
              <a:t>Tool Integration combines SQL for data extraction, Python/R for advanced math, and Tableau for final visuals</a:t>
            </a:r>
          </a:p>
        </p:txBody>
      </p:sp>
    </p:spTree>
    <p:extLst>
      <p:ext uri="{BB962C8B-B14F-4D97-AF65-F5344CB8AC3E}">
        <p14:creationId xmlns:p14="http://schemas.microsoft.com/office/powerpoint/2010/main" val="340535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BA85-F831-4D68-644D-9FA96C8D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CBBA1-4D45-31AC-74C7-D60666BBD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6938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536</Words>
  <Application>Microsoft Office PowerPoint</Application>
  <PresentationFormat>Widescreen</PresentationFormat>
  <Paragraphs>69</Paragraphs>
  <Slides>14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Intro to Tableau</vt:lpstr>
      <vt:lpstr>Agenda</vt:lpstr>
      <vt:lpstr>What is Tableau</vt:lpstr>
      <vt:lpstr>Preparing Data: Superstore</vt:lpstr>
      <vt:lpstr>Exploring Data</vt:lpstr>
      <vt:lpstr>Visual: Sales by Category</vt:lpstr>
      <vt:lpstr>US Profit by Zip Code</vt:lpstr>
      <vt:lpstr>Coding and Applications: R &amp; Python Integration</vt:lpstr>
      <vt:lpstr>R: Profit &amp; Sales by Order Date</vt:lpstr>
      <vt:lpstr>Python: Measuring the Relationship Between Sales and Profit</vt:lpstr>
      <vt:lpstr>Bringing the Analysis Together: Dashboard</vt:lpstr>
      <vt:lpstr>When to Use Tableau</vt:lpstr>
      <vt:lpstr>Key 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Clinton, Kellie</dc:creator>
  <cp:lastModifiedBy>Kellie Clinton</cp:lastModifiedBy>
  <cp:revision>1</cp:revision>
  <dcterms:created xsi:type="dcterms:W3CDTF">2026-10-16T15:26:36Z</dcterms:created>
  <dcterms:modified xsi:type="dcterms:W3CDTF">2026-10-24T22:52:58Z</dcterms:modified>
</cp:coreProperties>
</file>